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Lexend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exend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Lexe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69d5b27ab240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69d5b27ab240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69d5b27b09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69d5b27b09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69d5b27b31b0a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69d5b27b31b0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69d5b27b7b6f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69d5b27b7b6f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69d5b27ba0d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69d5b27ba0d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69d5b27bc9c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69d5b27bc9c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69d5b27c0dc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69d5b27c0dc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7.jpg"/><Relationship Id="rId5" Type="http://schemas.openxmlformats.org/officeDocument/2006/relationships/image" Target="../media/image11.jpg"/><Relationship Id="rId6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7260" y="74295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914900" y="1371600"/>
            <a:ext cx="3829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325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What is a Noun Group?</a:t>
            </a:r>
            <a:endParaRPr b="1" sz="325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Adding words to make our stories better!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845820"/>
            <a:ext cx="38290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b="1" lang="en" sz="325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What is a Noun?</a:t>
            </a:r>
            <a:endParaRPr b="1" sz="325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85750" y="845820"/>
            <a:ext cx="4572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Things we can see</a:t>
            </a:r>
            <a:endParaRPr b="1" sz="25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noun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is a word for a person, a place, or a thing.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Examples</a:t>
            </a:r>
            <a:endParaRPr b="1" sz="25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Clr>
                <a:srgbClr val="040F0F"/>
              </a:buClr>
              <a:buSzPts val="2000"/>
              <a:buFont typeface="Lexend"/>
              <a:buChar char="●"/>
            </a:pP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cat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(animal)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00"/>
              <a:buFont typeface="Lexend"/>
              <a:buChar char="●"/>
            </a:pP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park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(place)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00"/>
              <a:buFont typeface="Lexend"/>
              <a:buChar char="●"/>
            </a:pP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apple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(thing)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 you see a noun in your room right now?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1428750" y="960120"/>
            <a:ext cx="411600" cy="4116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1531620"/>
            <a:ext cx="269748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/>
          <p:nvPr/>
        </p:nvSpPr>
        <p:spPr>
          <a:xfrm>
            <a:off x="4354830" y="960120"/>
            <a:ext cx="411600" cy="4116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1830" y="1531620"/>
            <a:ext cx="269748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7292340" y="960120"/>
            <a:ext cx="411600" cy="4116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9340" y="1531620"/>
            <a:ext cx="269748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b="1" lang="en" sz="325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Making a Noun Group</a:t>
            </a:r>
            <a:endParaRPr b="1" sz="325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428750" y="9601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1"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85750" y="3360420"/>
            <a:ext cx="26976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The Noun</a:t>
            </a:r>
            <a:endParaRPr b="1"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Start with a thing, like a </a:t>
            </a: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dog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354830" y="9601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1"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3211830" y="3360420"/>
            <a:ext cx="26976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The Pointer</a:t>
            </a:r>
            <a:endParaRPr b="1"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Add a word like </a:t>
            </a: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'the'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or </a:t>
            </a: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'a'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292340" y="9601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1"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149340" y="3360420"/>
            <a:ext cx="26976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The Detail</a:t>
            </a:r>
            <a:endParaRPr b="1"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Add a word to say what it is like, like </a:t>
            </a: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'fluffy'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914400"/>
            <a:ext cx="85725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b="1" lang="en" sz="325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Build a Noun Group</a:t>
            </a:r>
            <a:endParaRPr b="1" sz="325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 can see ____ ____ frog in the pond.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85750" y="342900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Word bank 🏦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​</a:t>
            </a:r>
            <a:endParaRPr b="1"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the, green, jump, run, bi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4743450" y="4389120"/>
            <a:ext cx="396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16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Answers on the next slide...</a:t>
            </a:r>
            <a:endParaRPr sz="16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914400"/>
            <a:ext cx="85725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b="1" lang="en" sz="325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Build a Noun Group</a:t>
            </a:r>
            <a:endParaRPr b="1" sz="325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 can see </a:t>
            </a:r>
            <a:r>
              <a:rPr b="1" lang="en" sz="2000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thegreen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frog in the pond.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285750" y="342900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Word bank 🏦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​</a:t>
            </a:r>
            <a:endParaRPr b="1"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the, green, jump, run, bi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8366760" y="34290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450"/>
              </a:spcBef>
              <a:spcAft>
                <a:spcPts val="450"/>
              </a:spcAft>
              <a:buNone/>
            </a:pPr>
            <a:r>
              <a:rPr lang="en" sz="36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✅​</a:t>
            </a:r>
            <a:endParaRPr sz="36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845820"/>
            <a:ext cx="41719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6300" y="845820"/>
            <a:ext cx="417195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b="1" lang="en" sz="325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How Many and What Type?</a:t>
            </a:r>
            <a:endParaRPr b="1" sz="325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285750" y="3188970"/>
            <a:ext cx="4172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We can say how many things there are. </a:t>
            </a: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big hats.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4686300" y="3188970"/>
            <a:ext cx="4172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We can say what type they are. Cold </a:t>
            </a: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ice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cream.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7850" y="0"/>
            <a:ext cx="34861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285750" y="171450"/>
            <a:ext cx="5143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325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You are a Word Star!</a:t>
            </a:r>
            <a:endParaRPr b="1" sz="325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What we learned</a:t>
            </a:r>
            <a:endParaRPr b="1" sz="25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Clr>
                <a:srgbClr val="040F0F"/>
              </a:buClr>
              <a:buSzPts val="2000"/>
              <a:buFont typeface="Lexend"/>
              <a:buChar char="●"/>
            </a:pP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Nouns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are names for things.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00"/>
              <a:buFont typeface="Lexend"/>
              <a:buChar char="●"/>
            </a:pP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Noun groups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use extra words to tell us more.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We can say </a:t>
            </a: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how many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the size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or </a:t>
            </a:r>
            <a:r>
              <a:rPr b="1"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the colour</a:t>
            </a: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lang="en" sz="200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Great job today! You can now make your writing grow!</a:t>
            </a:r>
            <a:endParaRPr sz="2000">
              <a:solidFill>
                <a:srgbClr val="040F0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